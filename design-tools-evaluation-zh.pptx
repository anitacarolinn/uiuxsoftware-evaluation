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Microsoft JhengHei"/>
              </a:rPr>
              <a:t>設計工具比較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7200" b="1" dirty="0">
                <a:solidFill>
                  <a:srgbClr val="2A2520"/>
                </a:solidFill>
                <a:latin typeface="Microsoft JhengHei"/>
              </a:rPr>
              <a:t>UI/UX </a:t>
            </a:r>
            <a:r>
              <a:rPr sz="7200" b="1" dirty="0" err="1">
                <a:solidFill>
                  <a:srgbClr val="2A2520"/>
                </a:solidFill>
                <a:latin typeface="Microsoft JhengHei"/>
              </a:rPr>
              <a:t>設計工具</a:t>
            </a:r>
            <a:endParaRPr sz="7200" b="1" dirty="0">
              <a:solidFill>
                <a:srgbClr val="2A2520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6000" b="1" dirty="0">
                <a:solidFill>
                  <a:srgbClr val="4F46E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評估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358"/>
                </a:solidFill>
                <a:latin typeface="Microsoft JhengHei"/>
              </a:rPr>
              <a:t>Figma Make · Paper · Stitch AI · AI Studio · Claude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D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300" b="0">
                <a:solidFill>
                  <a:srgbClr val="2A2520"/>
                </a:solidFill>
                <a:latin typeface="Microsoft JhengHei"/>
              </a:rPr>
              <a:t>給 Vibe 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7548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D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300" b="0">
                <a:solidFill>
                  <a:srgbClr val="2A2520"/>
                </a:solidFill>
                <a:latin typeface="Microsoft JhengHei"/>
              </a:rPr>
              <a:t>給 美編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358"/>
                </a:solidFill>
                <a:latin typeface="Microsoft JhengHei"/>
              </a:rPr>
              <a:t>2026-05-01  ·  共 13 頁  ·  按方向鍵切換頁面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概觀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A2520"/>
                </a:solidFill>
                <a:latin typeface="Microsoft JhengHei"/>
              </a:rPr>
              <a:t>五個工具一覽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62886" cy="40233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062886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514246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Figma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AI 生成設計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6971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  <a:latin typeface="Microsoft JhengHei"/>
              </a:rPr>
              <a:t>$16/月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358"/>
                </a:solidFill>
                <a:latin typeface="Microsoft JhengHei"/>
              </a:rPr>
              <a:t>適合：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A2520"/>
                </a:solidFill>
                <a:latin typeface="Microsoft JhengHei"/>
              </a:rPr>
              <a:t>美編最愛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7558" y="1828800"/>
            <a:ext cx="2062886" cy="40233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67558" y="1828800"/>
            <a:ext cx="206288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41878" y="2194560"/>
            <a:ext cx="1514246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438" y="292608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程式碼為主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566160"/>
            <a:ext cx="16971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  <a:latin typeface="Microsoft JhengHei"/>
              </a:rPr>
              <a:t>$16-20/月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0438" y="493776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358"/>
                </a:solidFill>
                <a:latin typeface="Microsoft JhengHei"/>
              </a:rPr>
              <a:t>適合：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0438" y="521208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A2520"/>
                </a:solidFill>
                <a:latin typeface="Microsoft JhengHei"/>
              </a:rPr>
              <a:t>Vibe 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5036" y="1828800"/>
            <a:ext cx="2062886" cy="40233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95036" y="1828800"/>
            <a:ext cx="2062886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69356" y="2194560"/>
            <a:ext cx="1514246" cy="4572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Stitch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7916" y="292608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Google 出的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7916" y="3566160"/>
            <a:ext cx="16971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15803D"/>
                </a:solidFill>
                <a:latin typeface="Microsoft JhengHei"/>
              </a:rPr>
              <a:t>免費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7916" y="493776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358"/>
                </a:solidFill>
                <a:latin typeface="Microsoft JhengHei"/>
              </a:rPr>
              <a:t>適合：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916" y="521208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A2520"/>
                </a:solidFill>
                <a:latin typeface="Microsoft JhengHei"/>
              </a:rPr>
              <a:t>兩種人都行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2515" y="1828800"/>
            <a:ext cx="2062886" cy="40233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22515" y="1828800"/>
            <a:ext cx="2062886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96835" y="2194560"/>
            <a:ext cx="1514246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AI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5395" y="292608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完整網站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5395" y="3566160"/>
            <a:ext cx="16971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icrosoft JhengHei"/>
              </a:rPr>
              <a:t>免費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5395" y="493776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358"/>
                </a:solidFill>
                <a:latin typeface="Microsoft JhengHei"/>
              </a:rPr>
              <a:t>適合：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5395" y="521208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A2520"/>
                </a:solidFill>
                <a:latin typeface="Microsoft JhengHei"/>
              </a:rPr>
              <a:t>Vibe Coder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828800"/>
            <a:ext cx="2062886" cy="40233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49993" y="1828800"/>
            <a:ext cx="2062886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824313" y="2194560"/>
            <a:ext cx="1514246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Claude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2873" y="292608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AI 設計空間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2873" y="3566160"/>
            <a:ext cx="16971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B45309"/>
                </a:solidFill>
                <a:latin typeface="Microsoft JhengHei"/>
              </a:rPr>
              <a:t>Pro 內含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2873" y="4937760"/>
            <a:ext cx="16971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358"/>
                </a:solidFill>
                <a:latin typeface="Microsoft JhengHei"/>
              </a:rPr>
              <a:t>適合：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2873" y="521208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A2520"/>
                </a:solidFill>
                <a:latin typeface="Microsoft JhengHei"/>
              </a:rPr>
              <a:t>兩種人都行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B6358"/>
                </a:solidFill>
                <a:latin typeface="Microsoft JhengHei"/>
              </a:rPr>
              <a:t>都是網頁版  ·  都用 AI  ·  方向不一樣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價錢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A2520"/>
                </a:solidFill>
                <a:latin typeface="Microsoft JhengHei"/>
              </a:rPr>
              <a:t>費用比較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8194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6358"/>
                          </a:solidFill>
                          <a:latin typeface="Microsoft JhengHei"/>
                        </a:rPr>
                        <a:t>免費版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6358"/>
                          </a:solidFill>
                          <a:latin typeface="Microsoft JhengHei"/>
                        </a:rPr>
                        <a:t>個人/團隊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6358"/>
                          </a:solidFill>
                          <a:latin typeface="Microsoft JhengHei"/>
                        </a:rPr>
                        <a:t>公司版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C3AED"/>
                          </a:solidFill>
                          <a:latin typeface="Microsoft JhengHei"/>
                        </a:rPr>
                        <a:t>Figma Make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3 個檔案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$16/月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$55-90/月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DC2626"/>
                          </a:solidFill>
                          <a:latin typeface="Microsoft JhengHei"/>
                        </a:rPr>
                        <a:t>Paper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100 次/週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$16-20/月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之後推出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Microsoft JhengHei"/>
                        </a:rPr>
                        <a:t>Stitch AI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350+200 次/月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之後推出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D4ED8"/>
                          </a:solidFill>
                          <a:latin typeface="Microsoft JhengHei"/>
                        </a:rPr>
                        <a:t>AI Studio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完全免費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API 計費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Vertex AI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B45309"/>
                          </a:solidFill>
                          <a:latin typeface="Microsoft JhengHei"/>
                        </a:rPr>
                        <a:t>Claude Design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Claude Pro 內含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A2520"/>
                          </a:solidFill>
                          <a:latin typeface="Microsoft JhengHei"/>
                        </a:rPr>
                        <a:t>Enterprise 內含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編輯器體驗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A2520"/>
                </a:solidFill>
                <a:latin typeface="Microsoft JhengHei"/>
              </a:rPr>
              <a:t>用起來感覺如何？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6358"/>
                          </a:solidFill>
                          <a:latin typeface="Microsoft JhengHei"/>
                        </a:rPr>
                        <a:t>功能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C3AED"/>
                          </a:solidFill>
                          <a:latin typeface="Microsoft JhengHei"/>
                        </a:rPr>
                        <a:t>Figma Make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C2626"/>
                          </a:solidFill>
                          <a:latin typeface="Microsoft JhengHei"/>
                        </a:rPr>
                        <a:t>Paper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Microsoft JhengHei"/>
                        </a:rPr>
                        <a:t>Stitch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4ED8"/>
                          </a:solidFill>
                          <a:latin typeface="Microsoft JhengHei"/>
                        </a:rPr>
                        <a:t>AI Studio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Microsoft JhengHei"/>
                        </a:rPr>
                        <a:t>Claude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2520"/>
                          </a:solidFill>
                          <a:latin typeface="Microsoft JhengHei"/>
                        </a:rPr>
                        <a:t>即時協作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只能分享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基本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沒有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只能分享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沒有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2520"/>
                          </a:solidFill>
                          <a:latin typeface="Microsoft JhengHei"/>
                        </a:rPr>
                        <a:t>互動預覽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進階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還沒有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頁面切換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可直接跑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AI 自動做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2520"/>
                          </a:solidFill>
                          <a:latin typeface="Microsoft JhengHei"/>
                        </a:rPr>
                        <a:t>元件庫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需匯出 Figma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用 MCP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貼網址抓樣式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沒有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讀你的程式碼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2520"/>
                          </a:solidFill>
                          <a:latin typeface="Microsoft JhengHei"/>
                        </a:rPr>
                        <a:t>程式碼匯出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React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HTML/CSS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7 種框架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完整網站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交給 Claude Code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2520"/>
                          </a:solidFill>
                          <a:latin typeface="Microsoft JhengHei"/>
                        </a:rPr>
                        <a:t>其他匯出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.fig + 程式碼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HTML/CSS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貼到 Figma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雲端部署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A2520"/>
                          </a:solidFill>
                          <a:latin typeface="Microsoft JhengHei"/>
                        </a:rPr>
                        <a:t>PDF/PPTX/Canva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358"/>
                </a:solidFill>
                <a:latin typeface="Microsoft JhengHei"/>
              </a:rPr>
              <a:t>備註：所有工具都能透過 AI 產生任何框架的程式碼，這欄只列「內建匯出」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AI 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A2520"/>
                </a:solidFill>
                <a:latin typeface="Microsoft JhengHei"/>
              </a:rPr>
              <a:t>AI 功能比較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338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6358"/>
                          </a:solidFill>
                          <a:latin typeface="Microsoft JhengHei"/>
                        </a:rPr>
                        <a:t>功能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C3AED"/>
                          </a:solidFill>
                          <a:latin typeface="Microsoft JhengHei"/>
                        </a:rPr>
                        <a:t>Figma Make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C2626"/>
                          </a:solidFill>
                          <a:latin typeface="Microsoft JhengHei"/>
                        </a:rPr>
                        <a:t>Paper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Microsoft JhengHei"/>
                        </a:rPr>
                        <a:t>Stitch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4ED8"/>
                          </a:solidFill>
                          <a:latin typeface="Microsoft JhengHei"/>
                        </a:rPr>
                        <a:t>AI Studio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Microsoft JhengHei"/>
                        </a:rPr>
                        <a:t>Claude</a:t>
                      </a:r>
                    </a:p>
                  </a:txBody>
                  <a:tcPr>
                    <a:solidFill>
                      <a:srgbClr val="F0E8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2520"/>
                          </a:solidFill>
                          <a:latin typeface="Microsoft JhengHei"/>
                        </a:rPr>
                        <a:t>文字 → 設計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First Draft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用 MCP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核心 (5 頁)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核心 (整個 app)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核心 (對話)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2520"/>
                          </a:solidFill>
                          <a:latin typeface="Microsoft JhengHei"/>
                        </a:rPr>
                        <a:t>留言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✗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✗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✗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點擊留言/改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留言 + 直接改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2520"/>
                          </a:solidFill>
                          <a:latin typeface="Microsoft JhengHei"/>
                        </a:rPr>
                        <a:t>MCP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讀+寫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24 個工具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stitch-mcp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Gemini MCP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用 Claude Code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A2520"/>
                          </a:solidFill>
                          <a:latin typeface="Microsoft JhengHei"/>
                        </a:rPr>
                        <a:t>自動上線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✗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✗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✗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Cloud Run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A2520"/>
                          </a:solidFill>
                          <a:latin typeface="Microsoft JhengHei"/>
                        </a:rPr>
                        <a:t>用 Claude Code</a:t>
                      </a:r>
                    </a:p>
                  </a:txBody>
                  <a:tcPr>
                    <a:solidFill>
                      <a:srgbClr val="FD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測試方法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A2520"/>
                </a:solidFill>
                <a:latin typeface="Microsoft JhengHei"/>
              </a:rPr>
              <a:t>一個指令，五個工具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358"/>
                </a:solidFill>
                <a:latin typeface="Microsoft JhengHei"/>
              </a:rPr>
              <a:t>我用「同樣的指令」測試 5 個工具，這樣比較才公平。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2743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JhengHei"/>
              </a:rPr>
              <a:t>輸入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A2520"/>
                </a:solidFill>
                <a:latin typeface="Microsoft JhengHei"/>
              </a:rPr>
              <a:t>1 個詳細指令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8"/>
                </a:solidFill>
                <a:latin typeface="Microsoft JhengHei"/>
              </a:rPr>
              <a:t>災難救助儀表板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>
                <a:solidFill>
                  <a:srgbClr val="6B6358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5176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2651760"/>
            <a:ext cx="14630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32918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Microsoft JhengHei"/>
              </a:rPr>
              <a:t>Figma 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40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4728" y="265176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24728" y="2651760"/>
            <a:ext cx="14630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24728" y="32918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Microsoft JhengHei"/>
              </a:rPr>
              <a:t>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3840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結果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265176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51776" y="2651760"/>
            <a:ext cx="1463040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51776" y="32918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5803D"/>
                </a:solidFill>
                <a:latin typeface="Microsoft JhengHei"/>
              </a:rPr>
              <a:t>Stitch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3840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265176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78824" y="2651760"/>
            <a:ext cx="14630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78824" y="32918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D4ED8"/>
                </a:solidFill>
                <a:latin typeface="Microsoft JhengHei"/>
              </a:rPr>
              <a:t>AI Studio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840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結果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05872" y="265176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405872" y="2651760"/>
            <a:ext cx="14630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5872" y="32918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B45309"/>
                </a:solidFill>
                <a:latin typeface="Microsoft JhengHei"/>
              </a:rPr>
              <a:t>Claude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38404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358"/>
                </a:solidFill>
                <a:latin typeface="Microsoft JhengHei"/>
              </a:rPr>
              <a:t>結果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A2520"/>
                </a:solidFill>
                <a:latin typeface="Microsoft JhengHei"/>
              </a:rPr>
              <a:t>同樣的目標 → 看每個工具怎麼做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測試筆記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Figma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868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A2520"/>
                </a:solidFill>
                <a:latin typeface="Microsoft JhengHei"/>
              </a:rPr>
              <a:t>我的測試筆記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B6358"/>
                </a:solidFill>
                <a:latin typeface="Microsoft JhengHei"/>
              </a:rPr>
              <a:t>簡單網站一鍵發布。適合單頁網站。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icrosoft JhengHei"/>
              </a:rPr>
              <a:t>+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可以直接從 Figma Make 發布網站，網址是 .figma.site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可以連 GitHub、Supabase 資料庫，也能裝 npm 套件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9884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可以用自己的網域名稱（要去買網域）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JhengHei"/>
              </a:rPr>
              <a:t>− 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畫面不能用滑鼠改，只能用指令或寫程式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沒有手機/平板/電腦的預覽切換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1247120" cy="86868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1247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Microsoft JhengHei"/>
              </a:rPr>
              <a:t>結論：適合做簡單單頁網站。複雜的就不適合。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F46E5"/>
                </a:solidFill>
                <a:latin typeface="Microsoft JhengHei"/>
              </a:rPr>
              <a:t>示範網站：stem-stand-02084533.figma.site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測試筆記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868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A2520"/>
                </a:solidFill>
                <a:latin typeface="Microsoft JhengHei"/>
              </a:rPr>
              <a:t>我的測試筆記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B6358"/>
                </a:solidFill>
                <a:latin typeface="Microsoft JhengHei"/>
              </a:rPr>
              <a:t>畫面最漂亮，可以用滑鼠改細節。我的常用工具。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icrosoft JhengHei"/>
              </a:rPr>
              <a:t>+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用 Claude MCP 連接，先生成設計，再進 Paper 細修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畫面品質很乾淨，看起來很專業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9884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有滑鼠編輯介面 — 美編也能直接改細節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JhengHei"/>
              </a:rPr>
              <a:t>− 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只有畫面，沒有 UX — 按鈕點了沒反應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要另外付錢（加 Claude 一個月大概 $36-40）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1247120" cy="86868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1247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Microsoft JhengHei"/>
              </a:rPr>
              <a:t>結論：畫面最漂亮 + 能細修。但沒有互動。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F46E5"/>
                </a:solidFill>
                <a:latin typeface="Microsoft JhengHei"/>
              </a:rPr>
              <a:t>Paper 專案：app.paper.design/file/01KPMV...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測試筆記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Stitch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868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A2520"/>
                </a:solidFill>
                <a:latin typeface="Microsoft JhengHei"/>
              </a:rPr>
              <a:t>我的測試筆記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B6358"/>
                </a:solidFill>
                <a:latin typeface="Microsoft JhengHei"/>
              </a:rPr>
              <a:t>免費、產出最快、8 種匯出方式。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icrosoft JhengHei"/>
              </a:rPr>
              <a:t>+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Google Labs 出的，目前完全免費（每月 350+200 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可以直接點文字編輯（其他要用指令）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9884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有 8 種匯出：Figma、.zip、Jules、MCP、預覽連結等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JhengHei"/>
              </a:rPr>
              <a:t>− 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只能用指令編輯，沒有滑鼠介面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按鈕點了沒反應 — 沒有換頁、沒有彈窗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1247120" cy="86868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1247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Microsoft JhengHei"/>
              </a:rPr>
              <a:t>結論：最快做草稿的工具。但不能做互動。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F46E5"/>
                </a:solidFill>
                <a:latin typeface="Microsoft JhengHei"/>
              </a:rPr>
              <a:t>Stitch 專案：stitch.withgoogle.com/projects/...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測試筆記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AI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868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A2520"/>
                </a:solidFill>
                <a:latin typeface="Microsoft JhengHei"/>
              </a:rPr>
              <a:t>我的測試筆記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B6358"/>
                </a:solidFill>
                <a:latin typeface="Microsoft JhengHei"/>
              </a:rPr>
              <a:t>直接做能用的完整網站，免費。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icrosoft JhengHei"/>
              </a:rPr>
              <a:t>+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一開始有多種風格可以選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有滑鼠介面改顏色、字型、大小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9884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可以一鍵發布到 Cloud Run，或下載 .zip 自己放 Cloudflare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JhengHei"/>
              </a:rPr>
              <a:t>− 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畫面比較陽春，不像專業設計工具那麼漂亮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不適合精細的視覺設計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1247120" cy="86868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1247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Microsoft JhengHei"/>
              </a:rPr>
              <a:t>結論：做「能用的」網站最快。視覺品質就還好。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F46E5"/>
                </a:solidFill>
                <a:latin typeface="Microsoft JhengHei"/>
              </a:rPr>
              <a:t>AI Studio 專案：ai.studio/apps/57bb988c...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測試筆記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Claude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868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A2520"/>
                </a:solidFill>
                <a:latin typeface="Microsoft JhengHei"/>
              </a:rPr>
              <a:t>我的測試筆記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B6358"/>
                </a:solidFill>
                <a:latin typeface="Microsoft JhengHei"/>
              </a:rPr>
              <a:t>互動最完整 + 編輯方式最多。已經有 Claude Pro 就免費。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icrosoft JhengHei"/>
              </a:rPr>
              <a:t>+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生成前會先問你問題 — 確認你想要什麼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有真的互動：按鈕點下去會跳出彈窗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Microsoft JhengHe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9884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可以用指令、滑鼠、畫圖、留言、調整滑桿來改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JhengHei"/>
              </a:rPr>
              <a:t>− 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443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每週有額度限制，用太多要等下週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0331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JhengHe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21607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Microsoft JhengHei"/>
              </a:rPr>
              <a:t>只能用瀏覽器，沒有桌面版，斷網就不能用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1247120" cy="86868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1247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Microsoft JhengHei"/>
              </a:rPr>
              <a:t>結論：互動最強 + 編輯方式最多。Claude Pro 用戶免費。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F46E5"/>
                </a:solidFill>
                <a:latin typeface="Microsoft JhengHei"/>
              </a:rPr>
              <a:t>Claude Design 專案：claude.ai/design/p/decda9f3...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7C3AED"/>
                </a:solidFill>
                <a:latin typeface="Microsoft JhengHei"/>
              </a:rPr>
              <a:t>最新消息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8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Figma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868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A2520"/>
                </a:solidFill>
                <a:latin typeface="Microsoft JhengHei"/>
              </a:rPr>
              <a:t>Figma 大轉向：開放給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B6358"/>
                </a:solidFill>
                <a:latin typeface="Microsoft JhengHei"/>
              </a:rPr>
              <a:t>Figma 在 3 月和 4 月發了兩篇文章，把 Figma 開放給 AI 程式助手用。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486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Microsoft JhengHei"/>
              </a:rPr>
              <a:t>3 月 24 日 — Figma 畫布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A2520"/>
                </a:solidFill>
                <a:latin typeface="Microsoft JhengHei"/>
              </a:rPr>
              <a:t>AI 可以直接畫 Figma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5029200" cy="1554480"/>
          </a:xfrm>
          <a:prstGeom prst="rect">
            <a:avLst/>
          </a:prstGeom>
          <a:noFill/>
        </p:spPr>
        <p:txBody>
          <a:bodyPr wrap="square" lIns="120000" tIns="120000" rIns="120000" bIns="120000">
            <a:spAutoFit/>
          </a:bodyPr>
          <a:lstStyle/>
          <a:p>
            <a:pPr algn="l">
              <a:spcBef>
                <a:spcPts val="600"/>
              </a:spcBef>
            </a:pPr>
            <a:r>
              <a:rPr sz="1200" b="1">
                <a:solidFill>
                  <a:srgbClr val="2A2520"/>
                </a:solidFill>
                <a:latin typeface="Microsoft JhengHei"/>
              </a:rPr>
              <a:t>• </a:t>
            </a:r>
            <a:r>
              <a:rPr sz="1200">
                <a:solidFill>
                  <a:srgbClr val="2A2520"/>
                </a:solidFill>
                <a:latin typeface="Microsoft JhengHei"/>
              </a:rPr>
              <a:t>use_figma：AI 直接寫 Figma 檔案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2A2520"/>
                </a:solidFill>
                <a:latin typeface="Microsoft JhengHei"/>
              </a:rPr>
              <a:t>• </a:t>
            </a:r>
            <a:r>
              <a:rPr sz="1200">
                <a:solidFill>
                  <a:srgbClr val="2A2520"/>
                </a:solidFill>
                <a:latin typeface="Microsoft JhengHei"/>
              </a:rPr>
              <a:t>Skills：用 Markdown 教 AI 你的設計規則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358"/>
                </a:solidFill>
                <a:latin typeface="Microsoft JhengHei"/>
              </a:rPr>
              <a:t>目標：執行 — AI 幫你做設計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5486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6517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Microsoft JhengHei"/>
              </a:rPr>
              <a:t>4 月 28 日 — FigJam 白板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71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A2520"/>
                </a:solidFill>
                <a:latin typeface="Microsoft JhengHei"/>
              </a:rPr>
              <a:t>AI 在 FigJam 上規劃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74720"/>
            <a:ext cx="5029200" cy="1554480"/>
          </a:xfrm>
          <a:prstGeom prst="rect">
            <a:avLst/>
          </a:prstGeom>
          <a:noFill/>
        </p:spPr>
        <p:txBody>
          <a:bodyPr wrap="square" lIns="120000" tIns="120000" rIns="120000" bIns="120000">
            <a:spAutoFit/>
          </a:bodyPr>
          <a:lstStyle/>
          <a:p>
            <a:pPr algn="l">
              <a:spcBef>
                <a:spcPts val="600"/>
              </a:spcBef>
            </a:pPr>
            <a:r>
              <a:rPr sz="1200" b="1">
                <a:solidFill>
                  <a:srgbClr val="2A2520"/>
                </a:solidFill>
                <a:latin typeface="Microsoft JhengHei"/>
              </a:rPr>
              <a:t>• </a:t>
            </a:r>
            <a:r>
              <a:rPr sz="1200">
                <a:solidFill>
                  <a:srgbClr val="2A2520"/>
                </a:solidFill>
                <a:latin typeface="Microsoft JhengHei"/>
              </a:rPr>
              <a:t>generate_diagram：產生架構圖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2A2520"/>
                </a:solidFill>
                <a:latin typeface="Microsoft JhengHei"/>
              </a:rPr>
              <a:t>• </a:t>
            </a:r>
            <a:r>
              <a:rPr sz="1200">
                <a:solidFill>
                  <a:srgbClr val="2A2520"/>
                </a:solidFill>
                <a:latin typeface="Microsoft JhengHei"/>
              </a:rPr>
              <a:t>get_figjam：把白板帶回程式碼裡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006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358"/>
                </a:solidFill>
                <a:latin typeface="Microsoft JhengHei"/>
              </a:rPr>
              <a:t>目標：規劃 — 寫程式前先想清楚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1247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Microsoft JhengHei"/>
              </a:rPr>
              <a:t>代表什麼？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A2520"/>
                </a:solidFill>
                <a:latin typeface="Microsoft JhengHei"/>
              </a:rPr>
              <a:t>Figma 現在是「最強 AI 設計工具」 — 不只給美編用，也適合 Vibe Coder。Beta 期間免費。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Microsoft JhengHei"/>
              </a:rPr>
              <a:t>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A2520"/>
                </a:solidFill>
                <a:latin typeface="Microsoft JhengHei"/>
              </a:rPr>
              <a:t>最後總結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62886" cy="210312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062886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Microsoft JhengHei"/>
              </a:rPr>
              <a:t>Figma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6971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A2520"/>
                </a:solidFill>
                <a:latin typeface="Microsoft JhengHei"/>
              </a:rPr>
              <a:t>美編首選，簡單網站一鍵發布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7558" y="1828800"/>
            <a:ext cx="2062886" cy="210312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67558" y="1828800"/>
            <a:ext cx="206288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50438" y="219456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Microsoft JhengHei"/>
              </a:rPr>
              <a:t>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438" y="2743200"/>
            <a:ext cx="16971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A2520"/>
                </a:solidFill>
                <a:latin typeface="Microsoft JhengHei"/>
              </a:rPr>
              <a:t>畫面最漂亮，可以細修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5036" y="1828800"/>
            <a:ext cx="2062886" cy="210312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95036" y="1828800"/>
            <a:ext cx="2062886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7916" y="219456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5803D"/>
                </a:solidFill>
                <a:latin typeface="Microsoft JhengHei"/>
              </a:rPr>
              <a:t>Stitch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7916" y="2743200"/>
            <a:ext cx="16971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A2520"/>
                </a:solidFill>
                <a:latin typeface="Microsoft JhengHei"/>
              </a:rPr>
              <a:t>免費，產出最快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2515" y="1828800"/>
            <a:ext cx="2062886" cy="210312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22515" y="1828800"/>
            <a:ext cx="2062886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5395" y="219456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  <a:latin typeface="Microsoft JhengHei"/>
              </a:rPr>
              <a:t>AI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5395" y="2743200"/>
            <a:ext cx="16971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A2520"/>
                </a:solidFill>
                <a:latin typeface="Microsoft JhengHei"/>
              </a:rPr>
              <a:t>做能用的網站，一鍵上線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9993" y="1828800"/>
            <a:ext cx="2062886" cy="2103120"/>
          </a:xfrm>
          <a:prstGeom prst="roundRect">
            <a:avLst>
              <a:gd name="adj" fmla="val 5000"/>
            </a:avLst>
          </a:prstGeom>
          <a:solidFill>
            <a:srgbClr val="FDFAF2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49993" y="1828800"/>
            <a:ext cx="2062886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2873" y="2194560"/>
            <a:ext cx="16971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B45309"/>
                </a:solidFill>
                <a:latin typeface="Microsoft JhengHei"/>
              </a:rPr>
              <a:t>Claude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2873" y="2743200"/>
            <a:ext cx="16971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A2520"/>
                </a:solidFill>
                <a:latin typeface="Microsoft JhengHei"/>
              </a:rPr>
              <a:t>互動最完整，Claude Pro 內含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F0E8D3"/>
          </a:solidFill>
          <a:ln w="9525">
            <a:solidFill>
              <a:srgbClr val="D9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297680"/>
            <a:ext cx="10972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F46E5"/>
                </a:solidFill>
                <a:latin typeface="Microsoft JhengHei"/>
              </a:rPr>
              <a:t>最佳組合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A2520"/>
                </a:solidFill>
                <a:latin typeface="Microsoft JhengHei"/>
              </a:rPr>
              <a:t>Claude Design / Stitch  →  Paper  →  Claude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358"/>
                </a:solidFill>
                <a:latin typeface="Microsoft JhengHei"/>
              </a:rPr>
              <a:t>（生成）          （細修）            （上線）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B6358"/>
                </a:solidFill>
                <a:latin typeface="Microsoft JhengHei"/>
              </a:rPr>
              <a:t>更新日期：2026-05-01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784</Words>
  <Application>Microsoft Office PowerPoint</Application>
  <PresentationFormat>Widescreen</PresentationFormat>
  <Paragraphs>271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Microsoft JhengHei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鄭如倪</cp:lastModifiedBy>
  <cp:revision>2</cp:revision>
  <dcterms:created xsi:type="dcterms:W3CDTF">2013-01-27T09:14:16Z</dcterms:created>
  <dcterms:modified xsi:type="dcterms:W3CDTF">2026-05-01T14:33:40Z</dcterms:modified>
  <cp:category/>
</cp:coreProperties>
</file>